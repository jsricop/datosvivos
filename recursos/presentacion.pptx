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18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La entidad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no sabe cuántos datasets tiene publicados ni cuántos están actualizados — la respuesta exige revisar el portal dataset por dataset.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gerente de sector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con N entidades adscritas no puede hacer control: no existe una vista consolidada de qué publica su sector ni con qué frescura.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propio MinTIC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carece de panorama: los portales federados (Bogotá, Cali, Medellín, Valle, IGAC) viven separados, con estándares distintos.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que quiere una cifra necesita saber de APIs, SQL o procesar archivos. El dato público existe, pero es inaccesible.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28600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DatosVivos: tres niveles, una sola fuente de verdad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1 · INICIO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Panorama nacional — datosvivos.co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Cifras en vivo del ecosistema completo: cuántos datasets, quién publica, qué tan frescos, cómo se accede. Para decidir en segundos.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53128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2 · DETALLE ENTIDAD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/tablero (Power BI)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detalle explorable: filtros por sector, entidad, acceso y territorio. Para el control de gestión.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616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3 · BUSCAR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/buscar (lenguaje natural)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ciudadano pregunta en sus palabras; el motor NL2SQL verificado responde con cifras de las filas reales, citando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 · CORTE 2026-07-10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25.192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3243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7846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42449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por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7052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32D4B"/>
                </a:solidFill>
                <a:latin typeface="IBM Plex Mono"/>
              </a:rPr>
              <a:t>71 %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del catálogo en ROJO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El hallazgo que nadie veía</a:t>
            </a:r>
          </a:p>
          <a:p/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71 % de los datasets está desactualizado frente a la frecuencia que su PROPIA entidad declaró. Solo el 9 % está al día.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 actualiza solo, todos los días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ETL nocturno + cosecha semanal + clasificación automática. Ninguna cifra está quemada: el panorama nunca envejece.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Cifras que varían a diario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estos números son el corte del 2026-07-10 — verificables en vivo en datosvivos.co/api/v1/stats/panorama.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por sector y 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Salud del catálogo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semáforo de frescura por entidad: verde ≤ frecuencia declarada · amarillo ≤ 2× · rojo &gt; 2×. El % de cumplimiento por entidad,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Uso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descargas, vistas e interés reciente: qué datasets importan a la ciudadanía.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Cobertura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mapa DIVIPOLA con drill departamento → municipio.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sector · entidad · tipo de acceso · calidad (Ley 1712) · territorio — la pregunta '¿cómo está MI sector?' se responde en dos clics.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IA detrás del tablero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depuración, consolidación y definición de los casos de calidad de datos se hizo con IA: clasificación automática, curación de metadata, inferencia territorial.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NL2SQL / Text-to-SQL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ciudadano escribe en lenguaje natural; el motor genera la consulta SQL sobre el dataset correcto y la ejecuta contra los datos oficiales.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Cero cifras inventadas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verificación determinista ANTES de ejecutar + validación de cada número de la respuesta contra las filas reales. Si no se puede verificar, se rehúsa — nunca se estima.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Fuente citada, siempre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respuesta enlaza el dataset original y muestra la consulta generada (transparencia auditable).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por diseño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entrada por voz y respuesta narrada — Ley 1618 de 2013.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Un agente de IA para servicios públicos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IA generativa + arquitectura híbrida: modelos de lenguaje que razonan, motor determinista que verifica. Pertinente, aplicable e interpretable —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Depuración y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Definición de casos de calidad: clasificación automática de reportes administrativos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y metadata (LLM + heurísticas)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 de cobertura)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(metadata placeholder)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generativo con verificación determinista de 3 capas (genera → verifica con código → ejecuta)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semánticos (multilingual-e5 + ChromaDB) para elegir el dataset correcto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Clasificador de intención y mapeo a consultas estructuradas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anti-alucinación: todo número se valida contra las filas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server: las herramientas expuestas a cualquier agente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Entendimiento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'dato' es doble: la metadata de 25.192 datasets y las filas consultadas bajo demanda.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Preparación — donde la IA depura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ETL diario + cosecha CKAN/DCAT; calidad auditada columna a columna contra la fuente (17/18 al 100 %); clasificación y curación automáticas.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Modelado — generar y VERIFICAR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adaptación central: en vez de entrenar-y-congelar, cada consulta pasa por generación (LLM) → verificación (código) → ejecución.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golden sets versionados + 35 archivos de pruebas + el verificador embebido en producción.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 y monitoreo (la Q)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reproducible; actualización diaria automática; el semáforo monitorea la deriva DEL CATÁLOGO, no del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Agentes de IA para servicios públicos</a:t>
            </a:r>
          </a:p>
          <a:p/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agente consulta y procesa datos abiertos de manera automática para responder solicitudes ciudadanas.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IA generativa y sistemas conversacionales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buscador conversacional basado en datos abiertos: NL2SQL / Text-to-SQL generativo verificado.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Modelos de lenguaje + arquitectura híbrida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LLM razona, el motor determinista verifica (3 capas) — con embeddings neuronales de retrieval.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Integración de grandes volúmenes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25.192 datasets de 6 fuentes y 3 protocolos — muy por encima de los 3-10 conjuntos del nivel intermedio.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Datos estructurados y no estructurados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metadata estructurada + texto libre procesado con embeddings; 29 variables curadas por dataset (el intermedio pide 10-20).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Automatización, escalabilidad y despliegue funcional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actualización diaria automática y solución EN PRODUCCIÓN: datosvivos.co.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POR QUÉ DATOSVIVOS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Lo que nadie más hace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Integra los portales federados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datos.gov.co + IGAC + Bogotá + Cali + Medellín + Valle en un catálogo comparable. Hoy, eso exige revisar sitio por sitio.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Se actualiza solo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diario automático — no es un informe: es infraestructura viva.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Verificable de punta a punta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cifra con fuente citada; API pública para auditar los números del sitio; repo abierto y replicable.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Interoperable por estándar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MCP server: cualquier agente de IA puede consultar el catálogo colombiano.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e institucional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 gov.co, voz y narración (Ley 1618), sin registro y sin rastreadores.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Entidad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 su inventario y su rezago en segundos → corrige.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control consolidado de las entidades adscritas → gestiona.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MinTIC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panorama nacional medible para las Hojas de Ruta de Datos Abiertos → política basada en evidencia.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Ciudadanía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dato público deja de exigir conocimientos técnicos → apropiación.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Escala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agregar un portal es configuración; el patrón sirve a cualquier país Socrata/CKAN/DCAT.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EQUIPO GIT TIC — AGENCIA NACIONAL DE INFRAESTRUCTURA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Hernán Darío Gutiérrez Casas (líder estratégico) · Ileana Andrea Navarro Castrillón (líder de equipo y comunicaciones) · Jhonatan Sneider Rico Pinto (líder técnico y de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FD4E8"/>
                </a:solidFill>
                <a:latin typeface="IBM Plex Mono"/>
              </a:rPr>
              <a:t>Lo que sigue</a:t>
            </a:r>
          </a:p>
          <a:p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unito Sans"/>
              </a:rPr>
              <a:t>Ya ejecutado (julio 2026): motor de lenguaje en la API de Claude (~1.5 s) · bodega local Parquet COMPLETA (10.279 datasets, el buscador responde en milisegundos desde la copia local) · catalogación temática al 100 % · evaluación ciudadana de 50 preguntas convertida en mejoras estructurales del buscador.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FFFFFF"/>
                </a:solidFill>
                <a:latin typeface="Nunito Sans"/>
              </a:rPr>
              <a:t>Lo que sigue: filtros de año/municipio dentro del dataset elegido y respuestas compuestas (KPI + tendencia + per cápita).</a:t>
            </a:r>
          </a:p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inicial de inscripción)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MCP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servidor MCP sobre las APIs Socrata de datos.gov.co (Discovery, SODA, Metadata) — search_datasets · get_metadata · query_data · cross_datasets.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motor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FastAPI + PostgreSQL (catálogo curado, vistas _decisor) + ChromaDB (retrieval semántico en ambos caminos) + DuckDB (bodega Parquet local de 10.279 datasets + CSVs federados) + backend LLM intercambiable (producción: API de Claude).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presentación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Next.js (panorama + buscador SSE) y Power BI (tablero publish-to-web sobre CSVs públicos de la API). Evolución documentada: Streamlit → Next.js (ADR-011).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Compose con imagen reproducible, túnel seguro de salida, cron diario: ETL + regla de cola de la bodega Parquet (snapshot fresco → respuesta local en milisegundos; fuente cambió → dato vivo).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1 · Esquema real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LLM genera viendo SOLO columnas curadas reales del dataset (tipos semánticos: dimensión/métrica/fecha/geo). No puede alucinar columnas.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2 · Verificación estática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 (no otro LLM) valida columnas, funciones permitidas, filtro territorial y solo-lectura ANTES de ejecutar.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3 · Validación del resultado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toda cifra de la narrativa se contrasta contra la lista calculada de las filas; un número ajeno censura la oración.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Reparación y refusal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si la verificación falla: ciclo de reparación acotado; si persiste, la respuesta se niega. Preferimos no responder a responder mal.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plantillas SoQL por tipo de pregunta (conteo/comparación/ranking/tendencia/mapa) como camino estructurado con chips.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vista del decisor: identidad, semáforo de frescura, uso, acceso (directo/archivo/solo metadatos), territorio DIVIPOLA,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2.996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 del catálogo).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placeholder sin diligenciar ({{name}}) se descarta en la ingesta; el catálogo no acumula ruido.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Atribución por origen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dataset se atribuye al portal donde su entidad publica originalmente — incluso las copias federadas del solapamiento cross-portal.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con reportes históricos (16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35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 (stdio/SSE),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 embebida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verificador corre en producción en cada consulta — la garantía no es una métrica de laboratorio.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en cualquier máquina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